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  <Relationship Id="rId6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2"/>
          <p:cNvSpPr>
            <a:spLocks noGrp="1"/>
          </p:cNvSpPr>
          <p:nvPr>
            <p:ph type="ctr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4" name="body 4"/>
          <p:cNvSpPr>
            <a:spLocks noGrp="1"/>
          </p:cNvSpPr>
          <p:nvPr>
            <p:ph type="body" idx="2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4" name="body 4"/>
          <p:cNvSpPr>
            <a:spLocks noGrp="1"/>
          </p:cNvSpPr>
          <p:nvPr>
            <p:ph type="body" idx="2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1430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/>
            </a:gs>
          </a:gsLst>
        </a:gra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/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PPTX Builder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Presentation</dc:title>
  <dc:creator>PPTX Builder</dc:creator>
  <dcterms:created xmlns:xsi="http://www.w3.org/2001/XMLSchema-instance" xsi:type="dcterms:W3CDTF">2026-01-14T07:34:28.524Z</dcterms:created>
  <dcterms:modified xmlns:xsi="http://www.w3.org/2001/XMLSchema-instance" xsi:type="dcterms:W3CDTF">2026-01-14T07:34:28.524Z</dcterms:modified>
</cp:coreProperties>
</file>